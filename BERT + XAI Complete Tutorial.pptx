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214" y="1626915"/>
            <a:ext cx="3303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&amp; XAI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98168" y="2465115"/>
            <a:ext cx="27476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15-Slide Tutorial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95492" y="3089895"/>
            <a:ext cx="555301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PCA Visualization • Layer Activation Analysis • POS Probing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68524" y="3329880"/>
            <a:ext cx="34068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Practical Implementation &amp; Real-World Applications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00884" y="1648420"/>
            <a:ext cx="534814" cy="222796"/>
          </a:xfrm>
          <a:prstGeom prst="roundRect">
            <a:avLst>
              <a:gd name="adj" fmla="val 123126"/>
            </a:avLst>
          </a:prstGeom>
          <a:solidFill>
            <a:srgbClr val="334155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[CLS]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457200" y="2365251"/>
            <a:ext cx="8229600" cy="912912"/>
          </a:xfrm>
          <a:prstGeom prst="roundRect">
            <a:avLst>
              <a:gd name="adj" fmla="val 200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1: BERT Word Embeddings (PCA)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What's Happening: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1452339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BERT-base-uncased (110M parameters, 768-dimensional embeddings). Tokenizing 4 words: "king", "queen", "man", "woman". Extracting embeddings via </a:t>
            </a:r>
            <a:pPr indent="0" marL="0">
              <a:lnSpc>
                <a:spcPts val="1596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[CLS]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token. Reducing 768D space to 2D using PCA for human-interpretable visualization.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517651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Technology Stack: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47700" y="2720355"/>
            <a:ext cx="7886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Model: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transformer layers, 12 attention heads, trained on English text corpus.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Unsupervised dimensionality reduction preserving maximum variance.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2D scatter plot with semantic structure.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1: Step-by-Step Execution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21035"/>
            <a:ext cx="7924800" cy="3234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(Load):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Download BERT from HuggingFace (~350MB). Tokenizer creates token IDs from words. Output: input_ids tensor [1, 4, 768].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(Extract):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model(input_ids)[0] returns embeddings. .mean(axis=1) pools across sequence → [4, 768]. Each row = one word's representation.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(PCA):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Fit on 4 samples × 768 features. PC1 explains ~45%, PC2 explains ~25% variance. Remaining 30% lost but 2D interpretability gained.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(Plot):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Scatter plot with annotations. Words positioned by semantic similarity learned during BERT pre-training on billions of tokens.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PNG saved at 300 DPI for presentation quality.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912912"/>
          </a:xfrm>
          <a:prstGeom prst="roundRect">
            <a:avLst>
              <a:gd name="adj" fmla="val 200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62547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1: Expected Output &amp;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Expected Result: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47700" y="1452339"/>
            <a:ext cx="7886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king/man cluster: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Positioned nearby (masculine context).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queen/woman cluster: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Positioned nearby (feminine context).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axis: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Gender dimension emerges naturally.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metric: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Cosine similarity reflected in 2D plot.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2314947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Insights: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517651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encodes semantics: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random vectors—reflects relationships learned from massive text.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arithmetic: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king - man ≈ queen - woman (algebraic gender analogy emerges).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PCA?: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768D too high-dimensional to visualize; PCA preserves meaningful structure while enabling visualization.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1: Key Takeaways &amp;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21035"/>
            <a:ext cx="7924800" cy="3542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Pre-trained embeddings contain rich linguistic structure. Not learned from your data—learned from billions of tokens. Transferable to new tasks.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PCA is dimensionality reduction tool—useful for visualization, noise reduction, computational speedup. Trade-off: information loss vs interpretability.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 this in Streamlit app: user inputs words → see semantic clusters in real-time. Deploy via FastAPI endpoint returning PNG.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Demonstrates BERT's semantic knowledge without fine-tuning. Validates pre-training captured language structure.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other word pairs: (strong/weak), (happy/sad), (big/small)—observe how gender axis shifts based on semantics.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77392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657549"/>
            <a:ext cx="8229600" cy="435769"/>
          </a:xfrm>
          <a:prstGeom prst="roundRect">
            <a:avLst>
              <a:gd name="adj" fmla="val 6295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8721" y="2763292"/>
            <a:ext cx="2268959" cy="222796"/>
          </a:xfrm>
          <a:prstGeom prst="roundRect">
            <a:avLst>
              <a:gd name="adj" fmla="val 123126"/>
            </a:avLst>
          </a:prstGeom>
          <a:solidFill>
            <a:srgbClr val="334155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output_hidden_states=False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57200" y="3245718"/>
            <a:ext cx="8229600" cy="435769"/>
          </a:xfrm>
          <a:prstGeom prst="roundRect">
            <a:avLst>
              <a:gd name="adj" fmla="val 6295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1: Implementation Tips &amp; Gotchas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79090" y="1219126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Common Issue 1: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Embedding shape confusion. model() returns [1, seq_len, 768]. Single batch of 4 words = [1, 4, 768]. mean(axis=1) reduces [1, 4, 768] → [1, 768]. Need squeeze() to get [4, 768].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79090" y="1999283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Common Issue 2: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PCA on small samples (4 words, 768 features) is overfitting-prone. Explained variance may be artificially high. Real use: 100+ samples recommended.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79090" y="2779440"/>
            <a:ext cx="814553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Tip 1: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output_hidden_states=False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(default) for speed. Save embeddings to file to avoid recomputation.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79090" y="3367608"/>
            <a:ext cx="814553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Tip 2: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t-SNE instead of PCA for better cluster separation (slower but often more interpretable for visualization).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22041" y="1445716"/>
            <a:ext cx="2186360" cy="222796"/>
          </a:xfrm>
          <a:prstGeom prst="roundRect">
            <a:avLst>
              <a:gd name="adj" fmla="val 123126"/>
            </a:avLst>
          </a:prstGeom>
          <a:solidFill>
            <a:srgbClr val="334155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output_hidden_states=True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457200" y="2365251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2: BERT Layer Activations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What's Happening: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1452339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BERT with </a:t>
            </a:r>
            <a:pPr indent="0" marL="0">
              <a:lnSpc>
                <a:spcPts val="1596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output_hidden_states=True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extract all 13 hidden states (embeddings + 12 transformer layers). Tokenizing 3 sample sentences. Computing mean activation per layer (13 × 768-dim vectors → 13 scalars). Plotting how activation intensity changes across layers as text flows through network.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517651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Core Concept: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47700" y="2720355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is 12-layer stack. Each layer transforms token embeddings. Lower layers capture syntax/morphology. Higher layers capture semantics/context. This script measures: "How activated are neurons at each layer?" as proxy for representational change.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2: Detailed Architecture &amp; Execution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21035"/>
            <a:ext cx="7924800" cy="314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Structure: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 0 = word embeddings (random init + pre-trained word vectors). Layers 1-12 = transformer blocks (self-attention + feed-forward). Each block: attention computes relevance between tokens; FFN adds non-linearity.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Computation: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hidden_states = list of 13 tensors [batch, seq_len, 768]. For each tensor: reduce_mean across all dimensions → scalar. Result: 13-point line graph showing activation trajectory.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Multi-sentence Demo: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Plot 3 subplots (one per sentence). Compare: "The cat sat..." vs "BERT understands..." vs "Machine learning...". Different sentences may show different activation patterns.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pattern: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stable ~0.1-0.3 (LayerNorm keeps values normalized). Small fluctuations between layers indicate representational refinement without explosion/collapse.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912912"/>
          </a:xfrm>
          <a:prstGeom prst="roundRect">
            <a:avLst>
              <a:gd name="adj" fmla="val 200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62547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2: Interpreting Activation Plots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the Plot Shows: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47700" y="1452339"/>
            <a:ext cx="7886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 0-12.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 activation magnitude.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line (~0.15-0.25):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Indicates healthy gradient flow (no vanishing gradients).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Fluctuations: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 changes in token representation as features updated by attention/FFN.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2314947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Three Sentences Compared: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517651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sentence ("cat sat"):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show low activation (simple syntax).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sentence ("BERT understands"):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show higher activation (requires semantic understanding).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("Machine learning"):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Technical terms → different activation profile than everyday words.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2: Key Insights &amp;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21035"/>
            <a:ext cx="7924800" cy="3542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LayerNorm stabilizes training—activations don't explode/vanish across 12 layers. Why: scales and shifts to mean=0, std=1 at each layer.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layers (1-4) learn local syntax. Middle layers (5-8) learn phrase structure. Late layers (9-12) learn semantic/task-specific features. Probing research confirms this hierarchy.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fine-tuning: freeze early layers (keep syntax), train late layers (adapt semantics). Saves computation + reduces overfitting on small datasets.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application: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 patterns reveal model biases. Different activation by gender/race → potential fairness issues. Monitor and debug.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Plot activation variance, not just mean. Or track specific neuron indices across layers to follow semantic information flow.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77392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657549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437706"/>
            <a:ext cx="8229600" cy="627757"/>
          </a:xfrm>
          <a:prstGeom prst="roundRect">
            <a:avLst>
              <a:gd name="adj" fmla="val 43698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2: Advanced Deep Dive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9090" y="1219126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Question: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all sentences show identical activation patterns? </a:t>
            </a:r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No. Content influences layer-wise representations. "The cat" (common) vs "Supercalifragilisticexpialidocious" (rare) differ.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79090" y="1999283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benefit: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 plots are debugging tools. Sudden jump in layer 6? May indicate attention collapse (one token dominates). Flat line? May indicate information bottleneck. Use for diagnosing model issues.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79090" y="2779440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to XAI: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 patterns + attention weights (not shown here) together explain "how" BERT processes text. Why certain predictions. Complementary to LIME/SHAP approaches.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79090" y="3559597"/>
            <a:ext cx="798582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scale: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production: profile activations on your domain data. Customize layer freezing strategy. Monitor drift (if activation patterns change over time, retraining needed).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365251"/>
            <a:ext cx="8229600" cy="912912"/>
          </a:xfrm>
          <a:prstGeom prst="roundRect">
            <a:avLst>
              <a:gd name="adj" fmla="val 200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3: BERT POS Tagging (Probing Task)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What's Happening: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47700" y="1452339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BERT embeddings for 8 words (4 nouns: cat, dog, house, car | 4 verbs: run, jump, eat, drive). Training LogisticRegression binary classifier: noun (0) vs verb (1) on word embeddings alone. No task-specific fine-tuning—just linear probe of frozen BERT features.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2517651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Core Concept: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720355"/>
            <a:ext cx="7886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task: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Shallow model on frozen representations reveals what information embeddings capture. If linear classifier achieves 100% accuracy: BERT contains explicit POS signal. If 50% (random): no clear POS structure.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4465"/>
            <a:ext cx="3259857" cy="222796"/>
          </a:xfrm>
          <a:prstGeom prst="roundRect">
            <a:avLst>
              <a:gd name="adj" fmla="val 123126"/>
            </a:avLst>
          </a:prstGeom>
          <a:solidFill>
            <a:srgbClr val="334155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coef_abs = np.abs(classifier.coef_[0])</a:t>
            </a:r>
            <a:endParaRPr lang="en-US" sz="108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3: Step-by-Step Probing Mechanism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021035"/>
            <a:ext cx="7924800" cy="314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(Extract features):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words → tokenize → BERT embeddings [1, 8, 768] → mean pool → [8, 768]. Each row = 768-dim feature vector for one word.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(Split data):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on first 6 words (4 samples labeled 0, 2 labeled 1). Test on last 2 words (1 noun, 1 verb). Small dataset but proves concept.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(Train classifier):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LogisticRegression finds 768-dimensional hyperplane separating nouns from verbs. Output: coefficients weights for each dimension (768 numbers). Large |coef| = dimension important for POS.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(Evaluate):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accuracy. Identify top-10 dimensions with highest weights. Shows </a:t>
            </a:r>
            <a:pPr indent="0" marL="0">
              <a:lnSpc>
                <a:spcPts val="2430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coef_abs = np.abs(classifier.coef_[0])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reveals POS-relevant features learned by BERT.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35"/>
            <a:ext cx="8229600" cy="912912"/>
          </a:xfrm>
          <a:prstGeom prst="roundRect">
            <a:avLst>
              <a:gd name="adj" fmla="val 200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62547"/>
            <a:ext cx="8229600" cy="1115616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3: Expected Results &amp;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7700" y="1249635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Expected Accuracy: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47700" y="1452339"/>
            <a:ext cx="7886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 dataset (8 words):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or close to it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(nouns/verbs very different semantically). Real dataset (1000s words, homonyms):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~95-97%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fine-tuning (state-of-art ~98%+). This demo: perfect linear separability in BERT space.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47700" y="2314947"/>
            <a:ext cx="804443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Feature Analysis: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7700" y="2517651"/>
            <a:ext cx="7886700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dimensions show which BERT neurons encode POS. Example: dimensions [15, 42, 187, 301, ...] have high |weights|. These neurons fire differentially for nouns vs verbs. Insight: BERT's pre-training implicitly learned POS (never explicitly trained for this!).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3: Insights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021035"/>
            <a:ext cx="7924800" cy="3542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BERT embeddings contain rich linguistic structure without task-specific training. Pre-training on next-token prediction implicitly learned syntax/morphology/semantics.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approach works for: named-entity recognition, sentiment (via document embedding), syntax trees, semantic roles. Probing ≈ diagnostic tool for representation quality.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value: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fine-tuning on downstream task, run probing task to verify: Does model contain relevant signal? If probing fails, task probably unsolvable with this model.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connection: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Probing complements LIME/SHAP. Probing reveals global structure (what features capture). LIME/SHAP explain individual predictions. Together: complete interpretability story.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Transfer learning works because pre-training learns universal linguistic principles applicable across tasks. Probing quantifies this universality.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2026-01-18T07:01:40Z</dcterms:created>
  <dcterms:modified xsi:type="dcterms:W3CDTF">2026-01-18T07:01:40Z</dcterms:modified>
</cp:coreProperties>
</file>