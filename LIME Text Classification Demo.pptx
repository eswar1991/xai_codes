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5874" y="1746945"/>
            <a:ext cx="53121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Explainability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21689" y="2585145"/>
            <a:ext cx="39006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Classification Demo &amp; Hands-On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61844" y="3209925"/>
            <a:ext cx="34203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Sentiment Analysis • Logistic Regression + TF-IDF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LIME?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ocal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nterpretable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odel-agnostic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xplanations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predictions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approximating model locally with interpretable model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text: perturbs words → sees how prediction changes → fits weighted regression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words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(support prediction) vs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words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(oppose prediction)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Model-agnostic: works with any classifier (neural nets, forests, logistic regression, etc.)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1-2: Data Loading &amp; Split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IMDB dataset: 25,000 training reviews (pos/neg) from aclImdb/train directory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raw review texts (strings), y = labels (0=negative, 1=positive)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 80/20 with stratification to balance class distribution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set: 20,000 reviews → Train model | Test set: 5,000 reviews → Evaluate explanations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stratify?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Ensures both train/test have ~50% pos/neg ratio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3-4: TF-IDF Vectorization &amp; Training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73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TfidfVectorizer()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Converts text → numerical feature matrix (term frequency × inverse doc frequency)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LogisticRegression: Linear classifier trained on TF-IDF features with max_iter=1000 (convergence steps)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chains vectorizer + classifier → fit(X_train, y_train) learns ~10k+ word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accuracy: ~88-90% on IMDB test set (strong baseline for sentiment)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LIME explains decisions of this trained pipeline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5-6: LIME Explainer &amp; Instance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42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LimeTextExplainer(class_names=["NEGATIVE", "POSITIVE"])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Creates explainer for binary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X_test[0] = first test review (random example from 5,000 test reviews)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explain_instance(): Perturbs text by masking/removing random words, observes prediction changes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num_features=10: Show top 10 words most important for this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Explanation object with feature weights (local linear model coefficients)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Saving &amp; Viewing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exp.save_to_file('lime_explanation.html'): Generates interactive HTML report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browser → visualizes original text with word highlights + prediction probabilities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highlighting: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 pushing prediction toward predicted class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highlighting: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 working against the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shows feature importance scores (how strong each word's influence)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Modify num_features Parameter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num_features=10 → shows top 10 influential words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num_features=5 → only most critical words visible (cleaner visualization)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num_features=20 → more detailed picture (why less important words matter)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change: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Smaller num_features = simpler explanation, larger = more comprehensive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Edit line 52, re-run script, compare HTML outputs side-by-side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Modify TfidfVectorizer Parameters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42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TfidfVectorizer(max_features=100) → limits vocab to top 100 words (faster, less noise)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TfidfVectorizer(ngram_range=(1,2)) → captures word pairs ("very good") not just single words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max_features may increase/decrease accuracy; ngram_range captures context better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LIME explanations change because features change → different word importances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results: does model accuracy improve? Do explanations become clearer?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3: Tweak LogisticRegression max_iter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42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max_iter=1000 → allows up to 1000 optimization iterations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max_iter=500 → fewer iterations (faster but may not fully converge)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max_iter=2000 → more iterations (better convergence, marginal gains)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change: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 max_iter → worse accuracy; high max_iter → marginal improvements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insight: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Less accurate model → LIME explanations may show conflicting signals (harder to interpret)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304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explains individual predictions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fitting local weighted linear models around decision boundaries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matter: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num_features (clarity), max_features (vocab size), ngram_range (context), max_iter (convergence)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More features = richer explanations but harder to interpret; fewer = simpler but may miss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via FastAPI endpoint or embed in Streamlit for interactive demos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SHAP instead of LIME for global feature importance across all predictions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2026-01-18T05:41:27Z</dcterms:created>
  <dcterms:modified xsi:type="dcterms:W3CDTF">2026-01-18T05:41:27Z</dcterms:modified>
</cp:coreProperties>
</file>