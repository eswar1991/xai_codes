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7637" y="1746945"/>
            <a:ext cx="55287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550494" y="2585145"/>
            <a:ext cx="40429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Iris Classification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44497" y="3209925"/>
            <a:ext cx="40550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Shapley Additive exPlanations • Global &amp; Local Feature Importance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SHAP?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11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hapley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ex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Rooted in game theory: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distribution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model prediction "payout" among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global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(all predictions) and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(single prediction) importance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value = contribution of feature j to prediction, averaging over all possible feature coalitions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Model-agnostic: works with any model (trees, neural nets, logistic regression, etc.)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1-3: Dataset &amp; RandomForest Training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42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Iris dataset: 150 samples × 4 features (sepal length/width, petal length/width)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classes: Setosa (0), Versicolor (1), Virginica (2)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split: 80/20 (120 train, 30 test) with random_state=42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RandomForestClassifier(random_state=42): Ensemble of 100 trees trained on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RandomForest?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Non-linear patterns, handles feature interactions, typical accuracy ~95%+ on Iris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4-5: SHAP Explainer &amp; Values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304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shap.Explainer(model.predict, X_test)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Creates explainer using TreeSHAP algorithm (optimized for tree models)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X_test as background data → SHAP calculates baseline prediction (mean of all test predictions)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shap_values = explainer(X_test)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Computes SHAP values for all 30 test samples across 4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Matrix (30 instances × 4 features) of contribution scores per instance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SHAP value = "how much did this feature push this instance toward/away from predicted class"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SHAP Summary Plot Visualization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42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summary_plot(shap_values, X_test)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Global feature importance across all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Y-axis: Feature names (sepal_length, sepal_width, petal_length, petal_width)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X-axis: SHAP values (magnitude of feature contribution to model output)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dots: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feature values (push prediction higher) |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dots: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 feature values (push lower)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width = average |SHAP value| → petal_width &amp; petal_length usually most important for Iris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SHAP Summary Plot: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42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petal_width: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Horizontal spread widest → most important feature for distinguishing Iris species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petal_length: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Second widest spread → petal measurements dominate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sepal_width/length: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Narrower spreads → less influential for model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gradient meaning: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 clusters right = high feature values predict high class; blue clusters left = low values predict low class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Petal features are strong discriminators; sepal features provide supporting context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1: SHAP Force Plot (Single Prediction)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11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script: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shap.force_plot(explainer.expected_value, shap_values[0], X_test.iloc[0])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Visualizes forces for first test instance: baseline → predicted output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arrows: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pushing prediction higher (positive SHAP values)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arrows: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pulling prediction lower (negative SHAP values)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different indices [0], [5], [10]—observe how feature forces differ per instance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2: Multi-class SHAP Values per Class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304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shap_values is a list of 3 arrays (one per class: Setosa, Versicolor, Virginica)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class-specific importance: shap_values[0] (class 0), shap_values[1] (class 1), shap_values[2] (class 2)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shap.summary_plot(shap_values[1], X_test) → what features matter most for Versicolor?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difference: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petal_length heavily favors Versicolor vs Setosa; sepal features differentiate Versicolor/Virginica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all 3 class-specific summary plots—see how feature importance shifts per class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3: Dependence Plot (Feature Interactions)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661071"/>
            <a:ext cx="7620000" cy="273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shap.dependence_plot("petal_width", shap_values[0], X_test)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relationship: petal_width value (X-axis) vs its SHAP value (Y-axis, contribution to class 0 prediction)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Non-linear patterns + feature interactions (color gradient shows interaction feature)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petal_width usually → negative SHAP (lowers Setosa prediction, favors Virginica)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different features—identify which have monotonic vs curved relationships with predictions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304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= game-theoretic fairness: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feature gets a "credit score" for each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visualizations: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Summary (global importance), Force (local instance explanation), Dependence (feature interaction)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TreeSHAP optimized for RandomForest; KernelSHAP works for any model (slower but model-agnostic)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Embed summary_plot() in Streamlit via st.pyplot() or FastAPI endpoint returning PNG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LIME: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SHAP is global + consistent; LIME is local + interpretable; use both for complete picture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2026-01-18T06:28:13Z</dcterms:created>
  <dcterms:modified xsi:type="dcterms:W3CDTF">2026-01-18T06:28:13Z</dcterms:modified>
</cp:coreProperties>
</file>