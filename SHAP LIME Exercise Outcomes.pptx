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73435"/>
            <a:ext cx="8229600" cy="1075953"/>
          </a:xfrm>
          <a:prstGeom prst="roundRect">
            <a:avLst>
              <a:gd name="adj" fmla="val 1699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401788"/>
            <a:ext cx="8229600" cy="1075953"/>
          </a:xfrm>
          <a:prstGeom prst="roundRect">
            <a:avLst>
              <a:gd name="adj" fmla="val 1699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630141"/>
            <a:ext cx="8229600" cy="1075953"/>
          </a:xfrm>
          <a:prstGeom prst="roundRect">
            <a:avLst>
              <a:gd name="adj" fmla="val 1699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Exercises 1-3: Expected Outcomes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23900" y="1402035"/>
            <a:ext cx="788898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Exercise 1: Force Plot [0]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1615380"/>
            <a:ext cx="77343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arrow (petal_width) pushing positive → Setosa class. Baseline expected value (~0) shifts right. Shows one feature may dominate Setosa prediction.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23900" y="2630388"/>
            <a:ext cx="788898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Exercise 2: Multi-class Summary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3900" y="2843733"/>
            <a:ext cx="77343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0 (Setosa): petal_width strong negative SHAP → short petals identify Setosa. Class 2 (Virginica): petal_width strong positive SHAP → long petals identify Virginica. Sepal features differ by class.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23900" y="3858741"/>
            <a:ext cx="788898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Exercise 3: Dependence Plot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3900" y="4072086"/>
            <a:ext cx="77343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petal_width vs SHAP shows curved relationship: low values (small petals) → strong negative SHAP (Setosa). High values (large petals) → strong positive SHAP (Virginica). Reveals non-linear classification boundary.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Outcomes: Deep Dive &amp;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097235"/>
            <a:ext cx="7924800" cy="346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Petal features dominate across all classes (wide SHAP spreads). Sepal features narrow spreads = less influential.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2: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Force plots [5], [10] show different feature combinations pushing prediction. No two instances identical → feature interactions matter.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3: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Class-specific summary plots reveal: Setosa separates early (short petal). Versicolor/Virginica need combined sepal+petal features (harder to split).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TreeSHAP advantage: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 computation (milliseconds). Exact Shapley values for tree ensemble. Compare: KernelSHAP would be 100x slower for same model.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SHAP feature importance aligns with biological iris knowledge (petal morphology best distinguishes species).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73435"/>
            <a:ext cx="8229600" cy="1075953"/>
          </a:xfrm>
          <a:prstGeom prst="roundRect">
            <a:avLst>
              <a:gd name="adj" fmla="val 1699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401788"/>
            <a:ext cx="8229600" cy="1075953"/>
          </a:xfrm>
          <a:prstGeom prst="roundRect">
            <a:avLst>
              <a:gd name="adj" fmla="val 1699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630141"/>
            <a:ext cx="8229600" cy="1075953"/>
          </a:xfrm>
          <a:prstGeom prst="roundRect">
            <a:avLst>
              <a:gd name="adj" fmla="val 1699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Exercises 1-4: Expected Outcomes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23900" y="1402035"/>
            <a:ext cx="788898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Exercise 1 (10 features) vs Exercise 2 (5 features)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1615380"/>
            <a:ext cx="77343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Ex1: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explanation showing 10 word importances.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Ex2: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Cleaner—only 5 strongest words visible. Ex2 easier for demos but misses context. Ex1 richer but complex.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23900" y="2630388"/>
            <a:ext cx="788898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Exercise 3 (20 features) Shows Hidden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3900" y="2843733"/>
            <a:ext cx="77343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beyond top 5 words. Reveals supporting words (small contributions). Shows why model sometimes uncertain. Trade-off: clarity vs completeness.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23900" y="3858741"/>
            <a:ext cx="788898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Exercise 4 (Limited vocab 1000 words)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3900" y="4072086"/>
            <a:ext cx="77343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might drop 1-2% (model loses rare words). But explanations become clearer (fewer noisy features). Top words remain same—proves robustness of core sentiment signal.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Exercises 5-7: Advanced Outcomes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097235"/>
            <a:ext cx="7924800" cy="346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5 (N-grams):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Captures phrases like "very good" or "not bad" (sarcasm). Accuracy gains ~2-3%. Explanations show phrase importance—more semantically meaningful than isolated words.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6 (Negative review):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 words dominate (words opposing prediction). Words like "bad", "terrible", "awful" have strong negative impact. Proves LIME captures sentiment correctly.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7 (Poor convergence):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max_iter=200 → accuracy drops to ~84%. Explanations show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forces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(same word sometimes red, sometimes green). Model under-trained → explanation unreliable.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LIME reliability depends on model quality. Bad model = misleading explanations. Always check model accuracy first!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Side-by-side Ex1 vs Ex3 vs Ex5 shows hyperparameter impact. Perfect for seminar demos!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2026-01-18T06:48:59Z</dcterms:created>
  <dcterms:modified xsi:type="dcterms:W3CDTF">2026-01-18T06:48:59Z</dcterms:modified>
</cp:coreProperties>
</file>